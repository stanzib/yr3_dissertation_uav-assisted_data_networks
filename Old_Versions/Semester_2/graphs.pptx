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BB0EA3-7DBA-486B-90CF-12A63E66067F}">
          <p14:sldIdLst>
            <p14:sldId id="256"/>
            <p14:sldId id="257"/>
            <p14:sldId id="258"/>
            <p14:sldId id="260"/>
            <p14:sldId id="261"/>
            <p14:sldId id="262"/>
            <p14:sldId id="259"/>
            <p14:sldId id="264"/>
            <p14:sldId id="263"/>
          </p14:sldIdLst>
        </p14:section>
        <p14:section name="Combined models" id="{7FFEE461-A8CB-482E-88A8-5B2420DA49D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 Briers" userId="1990a8d5-7a47-4883-9135-9510b5f432fb" providerId="ADAL" clId="{DF5CFC92-7E0D-42D0-8E74-C137DB6DB71D}"/>
    <pc:docChg chg="modSld">
      <pc:chgData name="Stanley Briers" userId="1990a8d5-7a47-4883-9135-9510b5f432fb" providerId="ADAL" clId="{DF5CFC92-7E0D-42D0-8E74-C137DB6DB71D}" dt="2026-04-20T12:03:29.868" v="0" actId="767"/>
      <pc:docMkLst>
        <pc:docMk/>
      </pc:docMkLst>
      <pc:sldChg chg="addSp modSp">
        <pc:chgData name="Stanley Briers" userId="1990a8d5-7a47-4883-9135-9510b5f432fb" providerId="ADAL" clId="{DF5CFC92-7E0D-42D0-8E74-C137DB6DB71D}" dt="2026-04-20T12:03:29.868" v="0" actId="767"/>
        <pc:sldMkLst>
          <pc:docMk/>
          <pc:sldMk cId="625141753" sldId="265"/>
        </pc:sldMkLst>
        <pc:spChg chg="add mod">
          <ac:chgData name="Stanley Briers" userId="1990a8d5-7a47-4883-9135-9510b5f432fb" providerId="ADAL" clId="{DF5CFC92-7E0D-42D0-8E74-C137DB6DB71D}" dt="2026-04-20T12:03:29.868" v="0" actId="767"/>
          <ac:spMkLst>
            <pc:docMk/>
            <pc:sldMk cId="625141753" sldId="265"/>
            <ac:spMk id="4" creationId="{5448E5D9-7B35-48BC-9306-F2F8DFFF10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1846F-DB50-4B10-B3B6-720C5A89E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87354-D284-4F06-A553-E8CDCD13C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ECAB9-0A50-4888-BC82-B75D7B557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1372B-C9A0-48BC-AA47-229BC00DF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C9018-8E74-40FC-B557-BAFB4F08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79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86B3-09AE-4CCD-8AA6-D56FAD7D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D51D-AAF4-44A2-83ED-106BBACC6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D6427-FF88-45F9-B8A9-7D79CD9F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431DE-FCD3-4408-8C41-51A6E2771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12D47-19D0-49ED-9609-8E35CD98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39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87BC0-A08A-4D5E-94D0-E73ACD3E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D031-A561-4AFC-8038-70C6B9B74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04310-63E7-4DAF-83CA-06039C04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BBFB3-B2B6-4DD8-9C97-D7DEA916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15D0A-EBDC-48D7-BA1A-1C141B29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14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F009-B182-4C9B-BBFA-754E2060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893EC-330A-41F5-AE25-51BB6D684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2AF08-E2DA-4CAA-A923-8D65C5E6B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A7B34-1105-4451-878D-944F37CB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CE2CE-270F-4A1F-955D-3C347FB0B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1CD3A-E764-41DB-BE00-402E2750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1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2345-D1FA-4842-9EC1-725CE8E7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6999B-388F-4613-8485-DDA7FEFD4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874E4-A79F-472A-BD7C-315870E9B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0E61D-ED6A-4ED0-A37E-C019808E4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00824-B05E-46C2-9E1E-B41DB829C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12ED6-5E54-469F-B45B-4F2E0B8A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69159-DE8A-4327-883B-6B5E7895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33AC7-585F-4DD3-A107-BF61A0AC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58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BB6C-1322-49EB-A4E7-C7E64D1B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897903-42F2-456D-B6F6-21D1CDBB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ADCE3-6FE1-4DC5-A40D-178DEC26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EF2FE-B8C7-45C6-A9BC-9EFAE52A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213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62059-EF64-41D8-8E85-2E96A3D1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A80B0-D784-447E-B10C-723D64A1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A52A3-859D-437B-8257-DA764A97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27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2FE0-2BBD-4A01-955C-D50DBF94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45504-86D9-4B30-A707-2BB7B9381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1FF82-2416-4E05-91E5-A6E80EA8C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69C2F-4095-4F71-B70D-2467D4C3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AEB27-F642-4056-A68F-CD953CB8A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C3881-AF7F-4259-A86C-B07E7D80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706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81B7-4509-487B-8E40-7E68E9C22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9C71F-EE41-460C-B0CE-5486FF7FE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6A386-2318-4565-A972-6712881D8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4B73D-3585-4FB2-8487-9307F9D5D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94EE3-56D8-45BB-85E1-D35C0598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FBC7A-3C49-409C-9791-0609C535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80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4C98-6CF8-4052-89E3-22F0D5CB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EAECA-0B03-472B-BE86-A9B2B1132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203FE-7AC1-4BD5-9154-C59B68961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2EFF2-A213-4DAA-8648-A907117A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659E8-5206-4D1A-A896-D640B9B6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46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366D33-BBD9-4356-AB6D-D34FE4109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900EA-FCD8-448F-B866-DDF291B28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65E74-6A33-45AC-81BC-29AB8BB3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111BE-55EE-484D-B271-53510A90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49059-9B6A-4E59-982F-DD955064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251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956FD-C191-4092-B299-5924A59CA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2D0D2-F769-4050-AF63-53754F554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2782-863B-4EC5-9422-DBB67D41E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A0016-FA31-4454-AB9A-F1DF9549C946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E06ED-938A-4D9A-96C3-90CD70EE2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77442-98C8-4473-B217-8CE70CE81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303B6-8603-4073-886A-DD1D1264BA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65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686158-1B91-4D15-A2AA-F03BF80C2503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Inc_UAV</a:t>
            </a:r>
            <a:r>
              <a:rPr lang="en-GB" dirty="0"/>
              <a:t> - Ideal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8224FA-B656-42BC-BD8F-BE9316F6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5" y="682599"/>
            <a:ext cx="11730714" cy="591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3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4D0E50-9192-40DF-8B2D-CC9FC9290249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Inc_UAV</a:t>
            </a:r>
            <a:r>
              <a:rPr lang="en-GB" dirty="0"/>
              <a:t> – Urban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3E0537-A7A7-4EA0-A716-C49A68BF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6" y="777502"/>
            <a:ext cx="11091333" cy="558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9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5702A8-D514-4CAF-AFAF-F96FFC94BCAF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Inc_UAV</a:t>
            </a:r>
            <a:r>
              <a:rPr lang="en-GB" dirty="0"/>
              <a:t> - Disaster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BB5C5-58D1-4722-AEE9-038DD77F6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33" y="912239"/>
            <a:ext cx="10811933" cy="544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3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65075C-C772-4078-923B-9C201C0C2061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Inc_Height</a:t>
            </a:r>
            <a:r>
              <a:rPr lang="en-GB" dirty="0"/>
              <a:t> - Ideal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4135DD-8F59-46E1-A133-756B3E7DE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99" y="890063"/>
            <a:ext cx="11032067" cy="554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6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127968-DD35-4219-8B77-49D8707E56BB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Inc_Height</a:t>
            </a:r>
            <a:r>
              <a:rPr lang="en-GB" dirty="0"/>
              <a:t> - Urban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C91163-5A26-44F7-8C18-5A073A8C6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33" y="957293"/>
            <a:ext cx="10761133" cy="53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5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D0F7F9-CB81-420C-B446-BC90DBA08A08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Inc_Height</a:t>
            </a:r>
            <a:r>
              <a:rPr lang="en-GB" dirty="0"/>
              <a:t> - Disaster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729AA5-644A-4DDC-A41B-1A110CDD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753622"/>
            <a:ext cx="11438467" cy="576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3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68FE17-0C61-4E52-BCD1-B756087450BE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Inc_Power</a:t>
            </a:r>
            <a:r>
              <a:rPr lang="en-GB" dirty="0"/>
              <a:t> - Ideal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A252C3-DE42-439A-BA72-0E70A0664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33" y="956029"/>
            <a:ext cx="10888133" cy="548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57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0D94B1-52BD-4FF8-8850-3504496E040D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Inc_Power</a:t>
            </a:r>
            <a:r>
              <a:rPr lang="en-GB" dirty="0"/>
              <a:t> - Urban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63D536-3351-477A-B7FA-8DCCE515E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67" y="631799"/>
            <a:ext cx="11328400" cy="572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49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1579CE-4C95-4AEC-B296-B96CB835C45C}"/>
              </a:ext>
            </a:extLst>
          </p:cNvPr>
          <p:cNvSpPr txBox="1"/>
          <p:nvPr/>
        </p:nvSpPr>
        <p:spPr>
          <a:xfrm>
            <a:off x="465667" y="262467"/>
            <a:ext cx="298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Inc_Power</a:t>
            </a:r>
            <a:r>
              <a:rPr lang="en-GB" dirty="0"/>
              <a:t> - Disaster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EC4DD8-6FD7-4C82-A046-DC1A697F9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66" y="1012682"/>
            <a:ext cx="10524067" cy="532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5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48E5D9-7B35-48BC-9306-F2F8DFFF10FD}"/>
              </a:ext>
            </a:extLst>
          </p:cNvPr>
          <p:cNvSpPr txBox="1"/>
          <p:nvPr/>
        </p:nvSpPr>
        <p:spPr>
          <a:xfrm>
            <a:off x="0" y="0"/>
            <a:ext cx="974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Inc_UAV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F65490-168F-4992-ABC0-42FD63A3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" y="272272"/>
            <a:ext cx="5604223" cy="2822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29DBE0-0086-4FDF-BC42-665BCBA77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045" y="203912"/>
            <a:ext cx="5528022" cy="28017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E93E41-4050-4325-8DC9-4BB8B87C7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34" y="3184177"/>
            <a:ext cx="6565935" cy="33122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8C62D6-E6AE-419F-94D9-00D815EDE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691" y="3429000"/>
            <a:ext cx="4758729" cy="28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41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48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Stanley Briers</dc:creator>
  <cp:lastModifiedBy>Stanley Briers</cp:lastModifiedBy>
  <cp:revision>3</cp:revision>
  <dcterms:created xsi:type="dcterms:W3CDTF">2026-04-17T16:31:29Z</dcterms:created>
  <dcterms:modified xsi:type="dcterms:W3CDTF">2026-04-20T12:05:54Z</dcterms:modified>
</cp:coreProperties>
</file>